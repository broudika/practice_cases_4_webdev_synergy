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  <p:sldMasterId id="2147483695" r:id="rId3"/>
    <p:sldMasterId id="2147483720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6F15D-8C27-483D-9D27-9F00E34E199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41AE4-9326-489E-B042-5235437D7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80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41AE4-9326-489E-B042-5235437D740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279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949000" y="2611467"/>
            <a:ext cx="5706800" cy="35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096000" y="713333"/>
            <a:ext cx="5147200" cy="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8400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7819933" y="-4366"/>
            <a:ext cx="4372067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953467" y="4437400"/>
            <a:ext cx="10278400" cy="16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9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953467" y="2765667"/>
            <a:ext cx="10278400" cy="16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9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096000" y="713333"/>
            <a:ext cx="5142400" cy="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6068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l="174697" t="-83399" r="177064" b="41635"/>
          <a:stretch/>
        </p:blipFill>
        <p:spPr>
          <a:xfrm>
            <a:off x="1767" y="-2182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5142400" cy="126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53467" y="2181733"/>
            <a:ext cx="5142400" cy="252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7620233" y="100"/>
            <a:ext cx="45720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0691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586333" y="2323867"/>
            <a:ext cx="3876800" cy="2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6728867" y="2323867"/>
            <a:ext cx="3876800" cy="2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7271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104756" t="-108210" r="280062" b="47851"/>
          <a:stretch/>
        </p:blipFill>
        <p:spPr>
          <a:xfrm rot="10800000">
            <a:off x="1767" y="-2182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01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l="130683" t="-50527" r="175247" b="34585"/>
          <a:stretch/>
        </p:blipFill>
        <p:spPr>
          <a:xfrm>
            <a:off x="1767" y="-2182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5142400" cy="127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953467" y="2188533"/>
            <a:ext cx="5142400" cy="9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7619867" y="-100"/>
            <a:ext cx="45720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2623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3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9333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85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l="7043" t="47434" r="-48486" b="-26994"/>
          <a:stretch/>
        </p:blipFill>
        <p:spPr>
          <a:xfrm rot="10800000" flipH="1">
            <a:off x="-16" y="-3047"/>
            <a:ext cx="12192000" cy="68640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960000" y="713333"/>
            <a:ext cx="7900400" cy="1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6096000" y="4477467"/>
            <a:ext cx="5142400" cy="1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584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953467" y="5413067"/>
            <a:ext cx="10284800" cy="73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339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953467" y="4091467"/>
            <a:ext cx="10285200" cy="20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6096000" y="713333"/>
            <a:ext cx="5142400" cy="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4489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379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427533" y="1823100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145433" y="1823100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427533" y="2804700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2145433" y="2804699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427533" y="3786333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2145433" y="3786331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427533" y="4767933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2145433" y="4767931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6569932" y="1823100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7287933" y="1823100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6569932" y="2804696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7287933" y="2804692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6569932" y="3786304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7287933" y="3786295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6569932" y="4767900"/>
            <a:ext cx="7180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7287933" y="4767888"/>
            <a:ext cx="3476400" cy="98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90235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>
            <a:off x="7758733" y="0"/>
            <a:ext cx="443326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953467" y="2004233"/>
            <a:ext cx="7906800" cy="26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2"/>
          </p:nvPr>
        </p:nvSpPr>
        <p:spPr>
          <a:xfrm>
            <a:off x="953467" y="5287067"/>
            <a:ext cx="7906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2942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 rot="10800000" flipH="1">
            <a:off x="0" y="-3047"/>
            <a:ext cx="12192000" cy="686409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953467" y="3012767"/>
            <a:ext cx="5702400" cy="30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9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6096000" y="713333"/>
            <a:ext cx="5142000" cy="107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867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63294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 rotWithShape="1">
          <a:blip r:embed="rId2">
            <a:alphaModFix/>
          </a:blip>
          <a:srcRect l="7043" t="47434" r="-48486" b="-26994"/>
          <a:stretch/>
        </p:blipFill>
        <p:spPr>
          <a:xfrm rot="10800000" flipH="1">
            <a:off x="-16" y="-3047"/>
            <a:ext cx="12192000" cy="686409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953467" y="2575800"/>
            <a:ext cx="4939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953467" y="3307400"/>
            <a:ext cx="4939200" cy="9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4605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5736363" y="2575800"/>
            <a:ext cx="4939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5736363" y="3307400"/>
            <a:ext cx="4939200" cy="9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7315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2060629" y="2575800"/>
            <a:ext cx="4939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2060629" y="3307400"/>
            <a:ext cx="4939200" cy="9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770030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953467" y="2728667"/>
            <a:ext cx="7906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953467" y="4398667"/>
            <a:ext cx="7906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953467" y="2222267"/>
            <a:ext cx="7906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953467" y="3892267"/>
            <a:ext cx="7906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8050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6095" y="-3249"/>
            <a:ext cx="1220419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953467" y="3105033"/>
            <a:ext cx="2842400" cy="1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953467" y="2222267"/>
            <a:ext cx="2842400" cy="9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4674800" y="3105033"/>
            <a:ext cx="2842400" cy="1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4674799" y="2222267"/>
            <a:ext cx="2842400" cy="9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8396269" y="3105033"/>
            <a:ext cx="2842400" cy="1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8396267" y="2222267"/>
            <a:ext cx="2842400" cy="9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1202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953467" y="5011484"/>
            <a:ext cx="2842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2"/>
          </p:nvPr>
        </p:nvSpPr>
        <p:spPr>
          <a:xfrm>
            <a:off x="953467" y="4503484"/>
            <a:ext cx="2842400" cy="6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3"/>
          </p:nvPr>
        </p:nvSpPr>
        <p:spPr>
          <a:xfrm>
            <a:off x="4674799" y="5011484"/>
            <a:ext cx="2842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4"/>
          </p:nvPr>
        </p:nvSpPr>
        <p:spPr>
          <a:xfrm>
            <a:off x="4674799" y="4503484"/>
            <a:ext cx="2842400" cy="6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5"/>
          </p:nvPr>
        </p:nvSpPr>
        <p:spPr>
          <a:xfrm>
            <a:off x="8396267" y="5011484"/>
            <a:ext cx="2842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6"/>
          </p:nvPr>
        </p:nvSpPr>
        <p:spPr>
          <a:xfrm>
            <a:off x="8396267" y="4503484"/>
            <a:ext cx="2842400" cy="6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0830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l="104756" t="-108210" r="280062" b="47851"/>
          <a:stretch/>
        </p:blipFill>
        <p:spPr>
          <a:xfrm rot="10800000">
            <a:off x="1767" y="-2182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>
            <a:spLocks noGrp="1"/>
          </p:cNvSpPr>
          <p:nvPr>
            <p:ph type="subTitle" idx="1"/>
          </p:nvPr>
        </p:nvSpPr>
        <p:spPr>
          <a:xfrm>
            <a:off x="953467" y="2728667"/>
            <a:ext cx="5040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2"/>
          </p:nvPr>
        </p:nvSpPr>
        <p:spPr>
          <a:xfrm>
            <a:off x="953467" y="4398667"/>
            <a:ext cx="5040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3"/>
          </p:nvPr>
        </p:nvSpPr>
        <p:spPr>
          <a:xfrm>
            <a:off x="953467" y="22222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4"/>
          </p:nvPr>
        </p:nvSpPr>
        <p:spPr>
          <a:xfrm>
            <a:off x="953467" y="38922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5"/>
          </p:nvPr>
        </p:nvSpPr>
        <p:spPr>
          <a:xfrm>
            <a:off x="6197733" y="2728667"/>
            <a:ext cx="5040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6"/>
          </p:nvPr>
        </p:nvSpPr>
        <p:spPr>
          <a:xfrm>
            <a:off x="6197733" y="4398667"/>
            <a:ext cx="50408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7"/>
          </p:nvPr>
        </p:nvSpPr>
        <p:spPr>
          <a:xfrm>
            <a:off x="6197733" y="22222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8"/>
          </p:nvPr>
        </p:nvSpPr>
        <p:spPr>
          <a:xfrm>
            <a:off x="6197733" y="38922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476151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subTitle" idx="1"/>
          </p:nvPr>
        </p:nvSpPr>
        <p:spPr>
          <a:xfrm>
            <a:off x="953467" y="25062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ubTitle" idx="2"/>
          </p:nvPr>
        </p:nvSpPr>
        <p:spPr>
          <a:xfrm>
            <a:off x="953467" y="47658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ubTitle" idx="3"/>
          </p:nvPr>
        </p:nvSpPr>
        <p:spPr>
          <a:xfrm>
            <a:off x="953467" y="16326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4"/>
          </p:nvPr>
        </p:nvSpPr>
        <p:spPr>
          <a:xfrm>
            <a:off x="953467" y="38922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ubTitle" idx="5"/>
          </p:nvPr>
        </p:nvSpPr>
        <p:spPr>
          <a:xfrm>
            <a:off x="4474399" y="25062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6"/>
          </p:nvPr>
        </p:nvSpPr>
        <p:spPr>
          <a:xfrm>
            <a:off x="4474399" y="47658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7"/>
          </p:nvPr>
        </p:nvSpPr>
        <p:spPr>
          <a:xfrm>
            <a:off x="4474400" y="16326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8"/>
          </p:nvPr>
        </p:nvSpPr>
        <p:spPr>
          <a:xfrm>
            <a:off x="4474400" y="38922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9"/>
          </p:nvPr>
        </p:nvSpPr>
        <p:spPr>
          <a:xfrm>
            <a:off x="7995335" y="25062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13"/>
          </p:nvPr>
        </p:nvSpPr>
        <p:spPr>
          <a:xfrm>
            <a:off x="7995335" y="4765867"/>
            <a:ext cx="3243200" cy="118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14"/>
          </p:nvPr>
        </p:nvSpPr>
        <p:spPr>
          <a:xfrm>
            <a:off x="7995337" y="16326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15"/>
          </p:nvPr>
        </p:nvSpPr>
        <p:spPr>
          <a:xfrm>
            <a:off x="7995337" y="3892267"/>
            <a:ext cx="32432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521046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>
            <a:spLocks noGrp="1"/>
          </p:cNvSpPr>
          <p:nvPr>
            <p:ph type="title" hasCustomPrompt="1"/>
          </p:nvPr>
        </p:nvSpPr>
        <p:spPr>
          <a:xfrm>
            <a:off x="953467" y="1310667"/>
            <a:ext cx="10285200" cy="126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47" name="Google Shape;147;p24"/>
          <p:cNvSpPr txBox="1">
            <a:spLocks noGrp="1"/>
          </p:cNvSpPr>
          <p:nvPr>
            <p:ph type="subTitle" idx="1"/>
          </p:nvPr>
        </p:nvSpPr>
        <p:spPr>
          <a:xfrm>
            <a:off x="953467" y="2478267"/>
            <a:ext cx="10285200" cy="8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title" idx="2" hasCustomPrompt="1"/>
          </p:nvPr>
        </p:nvSpPr>
        <p:spPr>
          <a:xfrm>
            <a:off x="953467" y="3895467"/>
            <a:ext cx="10285200" cy="126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49" name="Google Shape;149;p24"/>
          <p:cNvSpPr txBox="1">
            <a:spLocks noGrp="1"/>
          </p:cNvSpPr>
          <p:nvPr>
            <p:ph type="subTitle" idx="3"/>
          </p:nvPr>
        </p:nvSpPr>
        <p:spPr>
          <a:xfrm>
            <a:off x="953467" y="5063067"/>
            <a:ext cx="10285200" cy="8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54854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title" idx="2" hasCustomPrompt="1"/>
          </p:nvPr>
        </p:nvSpPr>
        <p:spPr>
          <a:xfrm>
            <a:off x="953467" y="33764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4" name="Google Shape;154;p25"/>
          <p:cNvSpPr txBox="1">
            <a:spLocks noGrp="1"/>
          </p:cNvSpPr>
          <p:nvPr>
            <p:ph type="subTitle" idx="1"/>
          </p:nvPr>
        </p:nvSpPr>
        <p:spPr>
          <a:xfrm>
            <a:off x="953467" y="4389267"/>
            <a:ext cx="5040800" cy="11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3"/>
          </p:nvPr>
        </p:nvSpPr>
        <p:spPr>
          <a:xfrm>
            <a:off x="953467" y="38828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ubTitle" idx="4"/>
          </p:nvPr>
        </p:nvSpPr>
        <p:spPr>
          <a:xfrm>
            <a:off x="6197733" y="4389267"/>
            <a:ext cx="5040800" cy="11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5"/>
          </p:nvPr>
        </p:nvSpPr>
        <p:spPr>
          <a:xfrm>
            <a:off x="6197733" y="38828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32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title" idx="6" hasCustomPrompt="1"/>
          </p:nvPr>
        </p:nvSpPr>
        <p:spPr>
          <a:xfrm>
            <a:off x="6197733" y="3376467"/>
            <a:ext cx="5040800" cy="6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28520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8446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3533" y="1"/>
            <a:ext cx="12205533" cy="68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6095" y="-3249"/>
            <a:ext cx="12204193" cy="68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1900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l="-6643" t="-11183" r="27548" b="-11170"/>
          <a:stretch/>
        </p:blipFill>
        <p:spPr>
          <a:xfrm>
            <a:off x="7758733" y="0"/>
            <a:ext cx="443326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61669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953467" y="4440833"/>
            <a:ext cx="5142400" cy="1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1"/>
          </p:nvPr>
        </p:nvSpPr>
        <p:spPr>
          <a:xfrm>
            <a:off x="6095867" y="713333"/>
            <a:ext cx="35784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6095817" y="3037333"/>
            <a:ext cx="3578400" cy="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1041919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4240" y="-3249"/>
            <a:ext cx="442839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4240" y="-3249"/>
            <a:ext cx="12192107" cy="6864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73726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42259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895C8-96A5-3750-5AA7-9CC87BA7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0B69E-FD46-4A1C-B5C9-3A2ACE5E6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E84616-90D1-8EF8-13C1-9DFFB8E6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4E1E-5037-4505-BC9F-EBCFCC1CBC85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705BDC-75AF-3045-46BF-93D61C0B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5BE74-92D9-C82C-7870-31BE27A8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78D8-B1ED-42FB-A3D3-C5245FCDAB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5210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2156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26937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50967" y="1021467"/>
            <a:ext cx="6105600" cy="31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50967" y="4309653"/>
            <a:ext cx="5805600" cy="11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99485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8733" y="854000"/>
            <a:ext cx="5627200" cy="284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953633" y="1989867"/>
            <a:ext cx="2243200" cy="20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508733" y="3701333"/>
            <a:ext cx="4889200" cy="13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10632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50967" y="1605567"/>
            <a:ext cx="4574400" cy="45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06390">
              <a:spcBef>
                <a:spcPts val="13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18112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142261" y="2396600"/>
            <a:ext cx="4312000" cy="6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1142272" y="3060233"/>
            <a:ext cx="4312000" cy="14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ctr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ctr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ctr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ctr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ctr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ctr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ctr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737739" y="3060117"/>
            <a:ext cx="4312000" cy="14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ctr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ctr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ctr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ctr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ctr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ctr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ctr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3"/>
          </p:nvPr>
        </p:nvSpPr>
        <p:spPr>
          <a:xfrm>
            <a:off x="6737739" y="2396717"/>
            <a:ext cx="4312000" cy="6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 idx="4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73222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576506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6096000" y="1261600"/>
            <a:ext cx="4421200" cy="7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6096000" y="1981183"/>
            <a:ext cx="4421200" cy="3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naheim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600"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600"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893558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716400" y="1914400"/>
            <a:ext cx="8759200" cy="30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90945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92400" y="3149600"/>
            <a:ext cx="6820000" cy="1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92400" y="2112000"/>
            <a:ext cx="6820000" cy="107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97159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3167" y="19033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953633" y="4753367"/>
            <a:ext cx="5067200" cy="1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spcBef>
                <a:spcPts val="0"/>
              </a:spcBef>
              <a:spcAft>
                <a:spcPts val="0"/>
              </a:spcAft>
              <a:buSzPts val="2000"/>
              <a:buNone/>
              <a:defRPr sz="40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027607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1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2231571" y="2053700"/>
            <a:ext cx="7728800" cy="21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2231629" y="4153500"/>
            <a:ext cx="7728800" cy="6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133"/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371875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604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1881803" y="1694833"/>
            <a:ext cx="56860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sz="2933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1878567" y="2119633"/>
            <a:ext cx="5686000" cy="45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 hasCustomPrompt="1"/>
          </p:nvPr>
        </p:nvSpPr>
        <p:spPr>
          <a:xfrm>
            <a:off x="941367" y="1788389"/>
            <a:ext cx="9372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1881803" y="2878033"/>
            <a:ext cx="56860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sz="2933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1878567" y="3302833"/>
            <a:ext cx="5686000" cy="45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 hasCustomPrompt="1"/>
          </p:nvPr>
        </p:nvSpPr>
        <p:spPr>
          <a:xfrm>
            <a:off x="941367" y="2981333"/>
            <a:ext cx="9372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1881803" y="4061233"/>
            <a:ext cx="56860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sz="2933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1878567" y="4486033"/>
            <a:ext cx="5686000" cy="45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9" hasCustomPrompt="1"/>
          </p:nvPr>
        </p:nvSpPr>
        <p:spPr>
          <a:xfrm>
            <a:off x="941367" y="4164533"/>
            <a:ext cx="9372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1881803" y="5244433"/>
            <a:ext cx="56860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sz="2933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4"/>
          </p:nvPr>
        </p:nvSpPr>
        <p:spPr>
          <a:xfrm>
            <a:off x="1878567" y="5669233"/>
            <a:ext cx="5686000" cy="45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 hasCustomPrompt="1"/>
          </p:nvPr>
        </p:nvSpPr>
        <p:spPr>
          <a:xfrm>
            <a:off x="941367" y="5347733"/>
            <a:ext cx="9372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852705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951000" y="2779500"/>
            <a:ext cx="8724800" cy="2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 sz="1867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951000" y="723333"/>
            <a:ext cx="6250800" cy="18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90998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950967" y="2396533"/>
            <a:ext cx="5517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 sz="1867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950967" y="601733"/>
            <a:ext cx="6040800" cy="1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3" name="Google Shape;73;p15"/>
          <p:cNvSpPr>
            <a:spLocks noGrp="1"/>
          </p:cNvSpPr>
          <p:nvPr>
            <p:ph type="pic" idx="2"/>
          </p:nvPr>
        </p:nvSpPr>
        <p:spPr>
          <a:xfrm>
            <a:off x="8125200" y="1417933"/>
            <a:ext cx="3098400" cy="4870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05858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5812500" y="4603867"/>
            <a:ext cx="5428800" cy="5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>
            <a:off x="5812500" y="1671733"/>
            <a:ext cx="5428800" cy="28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467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02810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>
          <a:xfrm>
            <a:off x="7036375" y="3492500"/>
            <a:ext cx="2712800" cy="13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2"/>
          </p:nvPr>
        </p:nvSpPr>
        <p:spPr>
          <a:xfrm>
            <a:off x="3993671" y="3492500"/>
            <a:ext cx="2712800" cy="13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3"/>
          </p:nvPr>
        </p:nvSpPr>
        <p:spPr>
          <a:xfrm>
            <a:off x="950967" y="3492500"/>
            <a:ext cx="2712800" cy="13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4"/>
          </p:nvPr>
        </p:nvSpPr>
        <p:spPr>
          <a:xfrm>
            <a:off x="950967" y="2959700"/>
            <a:ext cx="27128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sz="2933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5"/>
          </p:nvPr>
        </p:nvSpPr>
        <p:spPr>
          <a:xfrm>
            <a:off x="3993667" y="2959700"/>
            <a:ext cx="27128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sz="2933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6"/>
          </p:nvPr>
        </p:nvSpPr>
        <p:spPr>
          <a:xfrm>
            <a:off x="7036367" y="2959700"/>
            <a:ext cx="2712800" cy="5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sz="2933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03142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1309400" y="2258133"/>
            <a:ext cx="2265200" cy="6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2"/>
          </p:nvPr>
        </p:nvSpPr>
        <p:spPr>
          <a:xfrm>
            <a:off x="7746200" y="1993933"/>
            <a:ext cx="3136400" cy="11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3"/>
          </p:nvPr>
        </p:nvSpPr>
        <p:spPr>
          <a:xfrm>
            <a:off x="1309400" y="3587833"/>
            <a:ext cx="2265200" cy="6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4"/>
          </p:nvPr>
        </p:nvSpPr>
        <p:spPr>
          <a:xfrm>
            <a:off x="7746200" y="3323633"/>
            <a:ext cx="3136400" cy="11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5"/>
          </p:nvPr>
        </p:nvSpPr>
        <p:spPr>
          <a:xfrm>
            <a:off x="1309400" y="4917533"/>
            <a:ext cx="2265200" cy="6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ubTitle" idx="6"/>
          </p:nvPr>
        </p:nvSpPr>
        <p:spPr>
          <a:xfrm>
            <a:off x="7746200" y="4653333"/>
            <a:ext cx="3136400" cy="11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title" hasCustomPrompt="1"/>
          </p:nvPr>
        </p:nvSpPr>
        <p:spPr>
          <a:xfrm>
            <a:off x="4562800" y="2258133"/>
            <a:ext cx="2195200" cy="6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6" name="Google Shape;96;p18"/>
          <p:cNvSpPr txBox="1">
            <a:spLocks noGrp="1"/>
          </p:cNvSpPr>
          <p:nvPr>
            <p:ph type="title" idx="7" hasCustomPrompt="1"/>
          </p:nvPr>
        </p:nvSpPr>
        <p:spPr>
          <a:xfrm>
            <a:off x="4554205" y="4917533"/>
            <a:ext cx="2195200" cy="6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7" name="Google Shape;97;p18"/>
          <p:cNvSpPr txBox="1">
            <a:spLocks noGrp="1"/>
          </p:cNvSpPr>
          <p:nvPr>
            <p:ph type="title" idx="8" hasCustomPrompt="1"/>
          </p:nvPr>
        </p:nvSpPr>
        <p:spPr>
          <a:xfrm>
            <a:off x="4545600" y="3587833"/>
            <a:ext cx="2212400" cy="6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8" name="Google Shape;98;p18"/>
          <p:cNvSpPr txBox="1">
            <a:spLocks noGrp="1"/>
          </p:cNvSpPr>
          <p:nvPr>
            <p:ph type="title" idx="9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6386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>
            <a:spLocks noGrp="1"/>
          </p:cNvSpPr>
          <p:nvPr>
            <p:ph type="title" hasCustomPrompt="1"/>
          </p:nvPr>
        </p:nvSpPr>
        <p:spPr>
          <a:xfrm>
            <a:off x="4251532" y="2179700"/>
            <a:ext cx="1388000" cy="6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6095333" y="2452736"/>
            <a:ext cx="4514000" cy="7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 idx="2" hasCustomPrompt="1"/>
          </p:nvPr>
        </p:nvSpPr>
        <p:spPr>
          <a:xfrm>
            <a:off x="4251500" y="3646333"/>
            <a:ext cx="1388000" cy="6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3"/>
          </p:nvPr>
        </p:nvSpPr>
        <p:spPr>
          <a:xfrm>
            <a:off x="6095333" y="5343333"/>
            <a:ext cx="4514000" cy="7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title" idx="4" hasCustomPrompt="1"/>
          </p:nvPr>
        </p:nvSpPr>
        <p:spPr>
          <a:xfrm>
            <a:off x="4251500" y="5112967"/>
            <a:ext cx="1388000" cy="6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5"/>
          </p:nvPr>
        </p:nvSpPr>
        <p:spPr>
          <a:xfrm>
            <a:off x="6095333" y="3900435"/>
            <a:ext cx="4514000" cy="7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6"/>
          </p:nvPr>
        </p:nvSpPr>
        <p:spPr>
          <a:xfrm>
            <a:off x="6095333" y="2033967"/>
            <a:ext cx="45140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7"/>
          </p:nvPr>
        </p:nvSpPr>
        <p:spPr>
          <a:xfrm>
            <a:off x="6095333" y="3472859"/>
            <a:ext cx="45140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8"/>
          </p:nvPr>
        </p:nvSpPr>
        <p:spPr>
          <a:xfrm>
            <a:off x="6095333" y="4916161"/>
            <a:ext cx="45140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 idx="9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2051750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952333" y="2129833"/>
            <a:ext cx="31936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2"/>
          </p:nvPr>
        </p:nvSpPr>
        <p:spPr>
          <a:xfrm>
            <a:off x="952333" y="2659451"/>
            <a:ext cx="3193600" cy="8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3"/>
          </p:nvPr>
        </p:nvSpPr>
        <p:spPr>
          <a:xfrm>
            <a:off x="4151991" y="2129833"/>
            <a:ext cx="31944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4"/>
          </p:nvPr>
        </p:nvSpPr>
        <p:spPr>
          <a:xfrm>
            <a:off x="4151991" y="2659451"/>
            <a:ext cx="3194400" cy="8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ubTitle" idx="5"/>
          </p:nvPr>
        </p:nvSpPr>
        <p:spPr>
          <a:xfrm>
            <a:off x="952333" y="4143520"/>
            <a:ext cx="31936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6"/>
          </p:nvPr>
        </p:nvSpPr>
        <p:spPr>
          <a:xfrm>
            <a:off x="951933" y="4673133"/>
            <a:ext cx="31944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7"/>
          </p:nvPr>
        </p:nvSpPr>
        <p:spPr>
          <a:xfrm>
            <a:off x="4151991" y="4143520"/>
            <a:ext cx="31944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8"/>
          </p:nvPr>
        </p:nvSpPr>
        <p:spPr>
          <a:xfrm>
            <a:off x="4151991" y="4673133"/>
            <a:ext cx="31944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94893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4689024" y="2175703"/>
            <a:ext cx="28192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2"/>
          </p:nvPr>
        </p:nvSpPr>
        <p:spPr>
          <a:xfrm>
            <a:off x="4689025" y="2709868"/>
            <a:ext cx="2819200" cy="7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8422012" y="2175703"/>
            <a:ext cx="28192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4"/>
          </p:nvPr>
        </p:nvSpPr>
        <p:spPr>
          <a:xfrm>
            <a:off x="8422012" y="2709868"/>
            <a:ext cx="2819200" cy="7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5"/>
          </p:nvPr>
        </p:nvSpPr>
        <p:spPr>
          <a:xfrm>
            <a:off x="956036" y="3928908"/>
            <a:ext cx="28192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6"/>
          </p:nvPr>
        </p:nvSpPr>
        <p:spPr>
          <a:xfrm>
            <a:off x="956036" y="4471232"/>
            <a:ext cx="2819200" cy="7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7"/>
          </p:nvPr>
        </p:nvSpPr>
        <p:spPr>
          <a:xfrm>
            <a:off x="4689024" y="3928908"/>
            <a:ext cx="28192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8"/>
          </p:nvPr>
        </p:nvSpPr>
        <p:spPr>
          <a:xfrm>
            <a:off x="4689024" y="4471232"/>
            <a:ext cx="2819200" cy="7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9"/>
          </p:nvPr>
        </p:nvSpPr>
        <p:spPr>
          <a:xfrm>
            <a:off x="8422012" y="3928908"/>
            <a:ext cx="28192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13"/>
          </p:nvPr>
        </p:nvSpPr>
        <p:spPr>
          <a:xfrm>
            <a:off x="8422012" y="4471232"/>
            <a:ext cx="2819200" cy="7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951000" y="723333"/>
            <a:ext cx="10290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4"/>
          </p:nvPr>
        </p:nvSpPr>
        <p:spPr>
          <a:xfrm>
            <a:off x="956036" y="2175703"/>
            <a:ext cx="2819200" cy="5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Roboto Condensed"/>
              <a:buNone/>
              <a:defRPr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15"/>
          </p:nvPr>
        </p:nvSpPr>
        <p:spPr>
          <a:xfrm>
            <a:off x="956039" y="2709868"/>
            <a:ext cx="2819200" cy="7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6417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>
            <a:off x="5537433" y="852833"/>
            <a:ext cx="5703600" cy="1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ubTitle" idx="1"/>
          </p:nvPr>
        </p:nvSpPr>
        <p:spPr>
          <a:xfrm>
            <a:off x="5537200" y="2017633"/>
            <a:ext cx="5703600" cy="17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sz="2933" b="1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5537433" y="4855900"/>
            <a:ext cx="5703600" cy="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8750832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23"/>
          <p:cNvGrpSpPr/>
          <p:nvPr/>
        </p:nvGrpSpPr>
        <p:grpSpPr>
          <a:xfrm>
            <a:off x="11134431" y="1021451"/>
            <a:ext cx="213200" cy="4815100"/>
            <a:chOff x="5218023" y="825251"/>
            <a:chExt cx="159900" cy="3611325"/>
          </a:xfrm>
        </p:grpSpPr>
        <p:cxnSp>
          <p:nvCxnSpPr>
            <p:cNvPr id="145" name="Google Shape;145;p23"/>
            <p:cNvCxnSpPr/>
            <p:nvPr/>
          </p:nvCxnSpPr>
          <p:spPr>
            <a:xfrm>
              <a:off x="5302556" y="894225"/>
              <a:ext cx="0" cy="3385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6" name="Google Shape;146;p23"/>
            <p:cNvSpPr/>
            <p:nvPr/>
          </p:nvSpPr>
          <p:spPr>
            <a:xfrm>
              <a:off x="5218023" y="825251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5218024" y="4276676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5218024" y="2550963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49" name="Google Shape;149;p23"/>
          <p:cNvGrpSpPr/>
          <p:nvPr/>
        </p:nvGrpSpPr>
        <p:grpSpPr>
          <a:xfrm>
            <a:off x="844364" y="1021451"/>
            <a:ext cx="213200" cy="4815100"/>
            <a:chOff x="5218023" y="825251"/>
            <a:chExt cx="159900" cy="3611325"/>
          </a:xfrm>
        </p:grpSpPr>
        <p:cxnSp>
          <p:nvCxnSpPr>
            <p:cNvPr id="150" name="Google Shape;150;p23"/>
            <p:cNvCxnSpPr/>
            <p:nvPr/>
          </p:nvCxnSpPr>
          <p:spPr>
            <a:xfrm>
              <a:off x="5302556" y="894225"/>
              <a:ext cx="0" cy="3385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" name="Google Shape;151;p23"/>
            <p:cNvSpPr/>
            <p:nvPr/>
          </p:nvSpPr>
          <p:spPr>
            <a:xfrm>
              <a:off x="5218023" y="825251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5218024" y="4276676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5218024" y="2550963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54" name="Google Shape;154;p23"/>
          <p:cNvGrpSpPr/>
          <p:nvPr/>
        </p:nvGrpSpPr>
        <p:grpSpPr>
          <a:xfrm rot="-1605365">
            <a:off x="9425709" y="429855"/>
            <a:ext cx="1677684" cy="1010535"/>
            <a:chOff x="7258216" y="1169196"/>
            <a:chExt cx="1172555" cy="706276"/>
          </a:xfrm>
        </p:grpSpPr>
        <p:sp>
          <p:nvSpPr>
            <p:cNvPr id="155" name="Google Shape;155;p23"/>
            <p:cNvSpPr/>
            <p:nvPr/>
          </p:nvSpPr>
          <p:spPr>
            <a:xfrm>
              <a:off x="7258216" y="1169196"/>
              <a:ext cx="1172555" cy="706276"/>
            </a:xfrm>
            <a:prstGeom prst="flowChartDecision">
              <a:avLst/>
            </a:prstGeom>
            <a:solidFill>
              <a:schemeClr val="lt2"/>
            </a:solidFill>
            <a:ln w="762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7520262" y="1327036"/>
              <a:ext cx="648470" cy="390600"/>
            </a:xfrm>
            <a:prstGeom prst="flowChartDecision">
              <a:avLst/>
            </a:pr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7649188" y="1327025"/>
              <a:ext cx="390600" cy="390600"/>
            </a:xfrm>
            <a:prstGeom prst="star4">
              <a:avLst>
                <a:gd name="adj" fmla="val 11996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8564933" y="260413"/>
            <a:ext cx="1523527" cy="1746667"/>
            <a:chOff x="6143874" y="2969335"/>
            <a:chExt cx="1142645" cy="1310000"/>
          </a:xfrm>
        </p:grpSpPr>
        <p:grpSp>
          <p:nvGrpSpPr>
            <p:cNvPr id="159" name="Google Shape;159;p23"/>
            <p:cNvGrpSpPr/>
            <p:nvPr/>
          </p:nvGrpSpPr>
          <p:grpSpPr>
            <a:xfrm rot="988124">
              <a:off x="6283633" y="3068893"/>
              <a:ext cx="863128" cy="1110885"/>
              <a:chOff x="3133725" y="-1409700"/>
              <a:chExt cx="1095300" cy="1409700"/>
            </a:xfrm>
          </p:grpSpPr>
          <p:sp>
            <p:nvSpPr>
              <p:cNvPr id="160" name="Google Shape;160;p23"/>
              <p:cNvSpPr/>
              <p:nvPr/>
            </p:nvSpPr>
            <p:spPr>
              <a:xfrm>
                <a:off x="3133725" y="-1409700"/>
                <a:ext cx="1095300" cy="14097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1" name="Google Shape;161;p23"/>
              <p:cNvSpPr/>
              <p:nvPr/>
            </p:nvSpPr>
            <p:spPr>
              <a:xfrm>
                <a:off x="3306675" y="-1362075"/>
                <a:ext cx="749400" cy="749400"/>
              </a:xfrm>
              <a:prstGeom prst="pie">
                <a:avLst>
                  <a:gd name="adj1" fmla="val 0"/>
                  <a:gd name="adj2" fmla="val 10764102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2" name="Google Shape;162;p23"/>
              <p:cNvSpPr/>
              <p:nvPr/>
            </p:nvSpPr>
            <p:spPr>
              <a:xfrm>
                <a:off x="3306675" y="-1085850"/>
                <a:ext cx="749400" cy="749400"/>
              </a:xfrm>
              <a:prstGeom prst="pie">
                <a:avLst>
                  <a:gd name="adj1" fmla="val 0"/>
                  <a:gd name="adj2" fmla="val 10764102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163" name="Google Shape;163;p23"/>
            <p:cNvSpPr/>
            <p:nvPr/>
          </p:nvSpPr>
          <p:spPr>
            <a:xfrm rot="988469">
              <a:off x="6326898" y="3124811"/>
              <a:ext cx="776477" cy="999462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585805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4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5400000">
            <a:off x="2674034" y="-2685366"/>
            <a:ext cx="6869333" cy="12217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4"/>
          <p:cNvGrpSpPr/>
          <p:nvPr/>
        </p:nvGrpSpPr>
        <p:grpSpPr>
          <a:xfrm>
            <a:off x="950967" y="2171918"/>
            <a:ext cx="213200" cy="2514149"/>
            <a:chOff x="1859411" y="1628938"/>
            <a:chExt cx="159900" cy="1885612"/>
          </a:xfrm>
        </p:grpSpPr>
        <p:cxnSp>
          <p:nvCxnSpPr>
            <p:cNvPr id="167" name="Google Shape;167;p24"/>
            <p:cNvCxnSpPr>
              <a:stCxn id="168" idx="2"/>
              <a:endCxn id="169" idx="0"/>
            </p:cNvCxnSpPr>
            <p:nvPr/>
          </p:nvCxnSpPr>
          <p:spPr>
            <a:xfrm>
              <a:off x="1939361" y="1788838"/>
              <a:ext cx="0" cy="1565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9" name="Google Shape;169;p24"/>
            <p:cNvSpPr/>
            <p:nvPr/>
          </p:nvSpPr>
          <p:spPr>
            <a:xfrm>
              <a:off x="1859411" y="3354651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" name="Google Shape;168;p24"/>
            <p:cNvSpPr/>
            <p:nvPr/>
          </p:nvSpPr>
          <p:spPr>
            <a:xfrm>
              <a:off x="1859411" y="1628938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70" name="Google Shape;170;p24"/>
          <p:cNvGrpSpPr/>
          <p:nvPr/>
        </p:nvGrpSpPr>
        <p:grpSpPr>
          <a:xfrm>
            <a:off x="11027833" y="2171918"/>
            <a:ext cx="213200" cy="2514149"/>
            <a:chOff x="1859411" y="1628938"/>
            <a:chExt cx="159900" cy="1885612"/>
          </a:xfrm>
        </p:grpSpPr>
        <p:cxnSp>
          <p:nvCxnSpPr>
            <p:cNvPr id="171" name="Google Shape;171;p24"/>
            <p:cNvCxnSpPr>
              <a:stCxn id="172" idx="2"/>
              <a:endCxn id="173" idx="0"/>
            </p:cNvCxnSpPr>
            <p:nvPr/>
          </p:nvCxnSpPr>
          <p:spPr>
            <a:xfrm>
              <a:off x="1939361" y="1788838"/>
              <a:ext cx="0" cy="1565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3" name="Google Shape;173;p24"/>
            <p:cNvSpPr/>
            <p:nvPr/>
          </p:nvSpPr>
          <p:spPr>
            <a:xfrm>
              <a:off x="1859411" y="3354651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2" name="Google Shape;172;p24"/>
            <p:cNvSpPr/>
            <p:nvPr/>
          </p:nvSpPr>
          <p:spPr>
            <a:xfrm>
              <a:off x="1859411" y="1628938"/>
              <a:ext cx="159900" cy="159900"/>
            </a:xfrm>
            <a:prstGeom prst="star4">
              <a:avLst>
                <a:gd name="adj" fmla="val 205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74" name="Google Shape;174;p24"/>
          <p:cNvGrpSpPr/>
          <p:nvPr/>
        </p:nvGrpSpPr>
        <p:grpSpPr>
          <a:xfrm>
            <a:off x="1082243" y="5273709"/>
            <a:ext cx="1150795" cy="1150795"/>
            <a:chOff x="1114425" y="-1581150"/>
            <a:chExt cx="1095300" cy="1095300"/>
          </a:xfrm>
        </p:grpSpPr>
        <p:sp>
          <p:nvSpPr>
            <p:cNvPr id="175" name="Google Shape;175;p24"/>
            <p:cNvSpPr/>
            <p:nvPr/>
          </p:nvSpPr>
          <p:spPr>
            <a:xfrm>
              <a:off x="1114425" y="-1581150"/>
              <a:ext cx="1095300" cy="1095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238850" y="-1456745"/>
              <a:ext cx="846600" cy="846600"/>
            </a:xfrm>
            <a:prstGeom prst="star8">
              <a:avLst>
                <a:gd name="adj" fmla="val 1213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77" name="Google Shape;177;p24"/>
          <p:cNvGrpSpPr/>
          <p:nvPr/>
        </p:nvGrpSpPr>
        <p:grpSpPr>
          <a:xfrm>
            <a:off x="9723078" y="246443"/>
            <a:ext cx="1304743" cy="1306536"/>
            <a:chOff x="7031744" y="-1333505"/>
            <a:chExt cx="1090800" cy="1092300"/>
          </a:xfrm>
        </p:grpSpPr>
        <p:sp>
          <p:nvSpPr>
            <p:cNvPr id="178" name="Google Shape;178;p24"/>
            <p:cNvSpPr/>
            <p:nvPr/>
          </p:nvSpPr>
          <p:spPr>
            <a:xfrm>
              <a:off x="7031744" y="-1333505"/>
              <a:ext cx="1090800" cy="1092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7212904" y="-1151567"/>
              <a:ext cx="728568" cy="728568"/>
            </a:xfrm>
            <a:prstGeom prst="lightningBol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80" name="Google Shape;180;p24"/>
          <p:cNvGrpSpPr/>
          <p:nvPr/>
        </p:nvGrpSpPr>
        <p:grpSpPr>
          <a:xfrm rot="1477681">
            <a:off x="1569372" y="5460120"/>
            <a:ext cx="2737643" cy="682157"/>
            <a:chOff x="712025" y="1161750"/>
            <a:chExt cx="3007500" cy="749400"/>
          </a:xfrm>
        </p:grpSpPr>
        <p:sp>
          <p:nvSpPr>
            <p:cNvPr id="181" name="Google Shape;181;p24"/>
            <p:cNvSpPr/>
            <p:nvPr/>
          </p:nvSpPr>
          <p:spPr>
            <a:xfrm>
              <a:off x="712025" y="1161750"/>
              <a:ext cx="3007500" cy="749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" name="Google Shape;182;p24"/>
            <p:cNvSpPr/>
            <p:nvPr/>
          </p:nvSpPr>
          <p:spPr>
            <a:xfrm>
              <a:off x="1905979" y="1226650"/>
              <a:ext cx="619800" cy="619800"/>
            </a:xfrm>
            <a:prstGeom prst="star4">
              <a:avLst>
                <a:gd name="adj" fmla="val 2052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3" name="Google Shape;183;p24"/>
            <p:cNvSpPr/>
            <p:nvPr/>
          </p:nvSpPr>
          <p:spPr>
            <a:xfrm>
              <a:off x="1286553" y="1226650"/>
              <a:ext cx="619800" cy="619800"/>
            </a:xfrm>
            <a:prstGeom prst="star4">
              <a:avLst>
                <a:gd name="adj" fmla="val 2052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2525415" y="1226651"/>
              <a:ext cx="619800" cy="619800"/>
            </a:xfrm>
            <a:prstGeom prst="star4">
              <a:avLst>
                <a:gd name="adj" fmla="val 2052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145064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895C8-96A5-3750-5AA7-9CC87BA7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0B69E-FD46-4A1C-B5C9-3A2ACE5E6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E84616-90D1-8EF8-13C1-9DFFB8E6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4E1E-5037-4505-BC9F-EBCFCC1CBC85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705BDC-75AF-3045-46BF-93D61C0B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5BE74-92D9-C82C-7870-31BE27A8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78D8-B1ED-42FB-A3D3-C5245FCDAB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6426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7605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/>
          <p:nvPr/>
        </p:nvSpPr>
        <p:spPr>
          <a:xfrm>
            <a:off x="-100" y="-13700"/>
            <a:ext cx="12192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18016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>
  <p:cSld name="Title and two columns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-100" y="-13700"/>
            <a:ext cx="12192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971369" y="719333"/>
            <a:ext cx="44636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title" idx="2"/>
          </p:nvPr>
        </p:nvSpPr>
        <p:spPr>
          <a:xfrm>
            <a:off x="6636733" y="719333"/>
            <a:ext cx="46112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753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3467" y="1444933"/>
            <a:ext cx="10285200" cy="4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54904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93161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●"/>
              <a:defRPr sz="1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Poppins"/>
              <a:buChar char="■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50589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54147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7D15B-340A-7566-07ED-2B5E11738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333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Юзабилити-тестирование мобильного приложения для заметок</a:t>
            </a:r>
          </a:p>
        </p:txBody>
      </p:sp>
    </p:spTree>
    <p:extLst>
      <p:ext uri="{BB962C8B-B14F-4D97-AF65-F5344CB8AC3E}">
        <p14:creationId xmlns:p14="http://schemas.microsoft.com/office/powerpoint/2010/main" val="289845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CD735-5CD1-6B15-7834-13486932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C4C48-E130-9A48-A105-231350012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07168" cy="4351338"/>
          </a:xfrm>
        </p:spPr>
        <p:txBody>
          <a:bodyPr>
            <a:normAutofit/>
          </a:bodyPr>
          <a:lstStyle/>
          <a:p>
            <a:r>
              <a:rPr lang="ru-RU" dirty="0"/>
              <a:t>Цель тестирования: повышение скорости задач (менее 30 секунд), снижение ошибок (менее 5%), достижение удовлетворенности 85% по SUS. Тестировалось мобильное приложение для управления заметками НОЧУ ВО «Синергия», предназначенное для сотрудников и студентов. </a:t>
            </a:r>
          </a:p>
          <a:p>
            <a:endParaRPr lang="ru-RU" dirty="0"/>
          </a:p>
          <a:p>
            <a:r>
              <a:rPr lang="ru-RU" dirty="0"/>
              <a:t>Бизнес-выгода: оптимизация процессов деловых мероприятий. </a:t>
            </a:r>
          </a:p>
        </p:txBody>
      </p:sp>
    </p:spTree>
    <p:extLst>
      <p:ext uri="{BB962C8B-B14F-4D97-AF65-F5344CB8AC3E}">
        <p14:creationId xmlns:p14="http://schemas.microsoft.com/office/powerpoint/2010/main" val="1297377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F37DC-DB63-AA50-DA0B-83D47112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9903D-68AD-71A3-B64A-8A10A303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и подходы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BBD5EE-96CA-4936-1820-EBACE3E3D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07168" cy="4351338"/>
          </a:xfrm>
        </p:spPr>
        <p:txBody>
          <a:bodyPr>
            <a:normAutofit/>
          </a:bodyPr>
          <a:lstStyle/>
          <a:p>
            <a:r>
              <a:rPr lang="ru-RU" dirty="0"/>
              <a:t>Участники: 5 человек (2 преподавателя, 2 студента, 1 сотрудник). </a:t>
            </a:r>
          </a:p>
          <a:p>
            <a:r>
              <a:rPr lang="ru-RU" dirty="0"/>
              <a:t>Сценарий: 4 задачи (создание, редактирование, удаление, поиск заметок). </a:t>
            </a:r>
          </a:p>
          <a:p>
            <a:r>
              <a:rPr lang="ru-RU" dirty="0"/>
              <a:t>Использованы эмуляторы </a:t>
            </a:r>
            <a:r>
              <a:rPr lang="ru-RU" dirty="0" err="1"/>
              <a:t>Android</a:t>
            </a:r>
            <a:r>
              <a:rPr lang="ru-RU" dirty="0"/>
              <a:t>/</a:t>
            </a:r>
            <a:r>
              <a:rPr lang="ru-RU" dirty="0" err="1"/>
              <a:t>iOS</a:t>
            </a:r>
            <a:r>
              <a:rPr lang="ru-RU" dirty="0"/>
              <a:t>, видеозапись, шкала SUS. </a:t>
            </a:r>
          </a:p>
          <a:p>
            <a:r>
              <a:rPr lang="ru-RU" dirty="0"/>
              <a:t>Инструкция — 2 минуты, без вмешательства модератора. </a:t>
            </a:r>
          </a:p>
        </p:txBody>
      </p:sp>
    </p:spTree>
    <p:extLst>
      <p:ext uri="{BB962C8B-B14F-4D97-AF65-F5344CB8AC3E}">
        <p14:creationId xmlns:p14="http://schemas.microsoft.com/office/powerpoint/2010/main" val="160003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9BFFB-8AA8-537A-DF3E-5BE49936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208CE-68A6-45DF-C0AE-32801066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Среднее время задач: создание — 25 с, редактирование — 20 с, удаление — 15 с, поиск — 10 с. </a:t>
            </a:r>
          </a:p>
          <a:p>
            <a:r>
              <a:rPr lang="ru-RU" dirty="0"/>
              <a:t>Ошибки: 2 случая с кнопкой «Сохранить», 3 — с фильтрами поиска. SUS — 82%. </a:t>
            </a:r>
          </a:p>
          <a:p>
            <a:r>
              <a:rPr lang="ru-RU" dirty="0"/>
              <a:t>Проблемы: низкая контрастность кнопок, отсутствие подсказок, читаемость на малых экранах. </a:t>
            </a:r>
          </a:p>
        </p:txBody>
      </p:sp>
    </p:spTree>
    <p:extLst>
      <p:ext uri="{BB962C8B-B14F-4D97-AF65-F5344CB8AC3E}">
        <p14:creationId xmlns:p14="http://schemas.microsoft.com/office/powerpoint/2010/main" val="3547805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15B57-41F2-57BD-DF1A-C0F6D5D65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6049DC-B3AC-F21D-2E8C-4D1ABF0DD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Внедрить всплывающие подсказки (приоритет, -20% времени освоения), повысить контрастность кнопок, адаптировать шрифты (18 </a:t>
            </a:r>
            <a:r>
              <a:rPr lang="ru-RU" dirty="0" err="1"/>
              <a:t>pt</a:t>
            </a:r>
            <a:r>
              <a:rPr lang="ru-RU" dirty="0"/>
              <a:t>). </a:t>
            </a:r>
          </a:p>
          <a:p>
            <a:r>
              <a:rPr lang="ru-RU" dirty="0"/>
              <a:t>Добавить интеграцию с календарем университета (+15–20% вовлеченности). </a:t>
            </a:r>
          </a:p>
        </p:txBody>
      </p:sp>
    </p:spTree>
    <p:extLst>
      <p:ext uri="{BB962C8B-B14F-4D97-AF65-F5344CB8AC3E}">
        <p14:creationId xmlns:p14="http://schemas.microsoft.com/office/powerpoint/2010/main" val="191370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7A845-9D72-FE6D-E32A-2AEEC5AC4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A18FE5-498F-1801-9947-901AAA8CE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Тестирование выявило улучшения для повышения SUS до 90% и сокращения времени задач на 30%. </a:t>
            </a:r>
          </a:p>
          <a:p>
            <a:r>
              <a:rPr lang="ru-RU" dirty="0"/>
              <a:t>Приложение усилит цифровизацию университета. </a:t>
            </a:r>
          </a:p>
          <a:p>
            <a:r>
              <a:rPr lang="ru-RU" dirty="0"/>
              <a:t>Ссылка: https://github.com/synergy-notes-app. </a:t>
            </a:r>
          </a:p>
          <a:p>
            <a:r>
              <a:rPr lang="ru-RU" dirty="0"/>
              <a:t>Тестирование: </a:t>
            </a:r>
            <a:r>
              <a:rPr lang="ru-RU" dirty="0" err="1"/>
              <a:t>Flutter</a:t>
            </a:r>
            <a:r>
              <a:rPr lang="ru-RU" dirty="0"/>
              <a:t> 3.24, команда </a:t>
            </a:r>
            <a:r>
              <a:rPr lang="ru-RU" dirty="0" err="1"/>
              <a:t>flutter</a:t>
            </a:r>
            <a:r>
              <a:rPr lang="ru-RU" dirty="0"/>
              <a:t> </a:t>
            </a:r>
            <a:r>
              <a:rPr lang="ru-RU" dirty="0" err="1"/>
              <a:t>run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416267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Simple Light">
      <a:dk1>
        <a:srgbClr val="15110E"/>
      </a:dk1>
      <a:lt1>
        <a:srgbClr val="FDF6FF"/>
      </a:lt1>
      <a:dk2>
        <a:srgbClr val="D6C2F5"/>
      </a:dk2>
      <a:lt2>
        <a:srgbClr val="8752B8"/>
      </a:lt2>
      <a:accent1>
        <a:srgbClr val="4B13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2" id="{4EBE4066-E00F-40FD-87DF-EB5770409F09}" vid="{5A68D7DA-0DAB-48E7-8025-7E740463F1F5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1">
  <a:themeElements>
    <a:clrScheme name="Simple Light">
      <a:dk1>
        <a:srgbClr val="000000"/>
      </a:dk1>
      <a:lt1>
        <a:srgbClr val="2D2DFF"/>
      </a:lt1>
      <a:dk2>
        <a:srgbClr val="FD8757"/>
      </a:dk2>
      <a:lt2>
        <a:srgbClr val="23B70B"/>
      </a:lt2>
      <a:accent1>
        <a:srgbClr val="FD3AA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05141D61-A0CE-47DE-95ED-DA61E5BA71A9}" vid="{0A7CE686-9F66-4F55-B0C9-92AB326D8F55}"/>
    </a:ext>
  </a:extLst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42</TotalTime>
  <Words>238</Words>
  <Application>Microsoft Office PowerPoint</Application>
  <PresentationFormat>Широкоэкранный</PresentationFormat>
  <Paragraphs>23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6</vt:i4>
      </vt:variant>
    </vt:vector>
  </HeadingPairs>
  <TitlesOfParts>
    <vt:vector size="22" baseType="lpstr">
      <vt:lpstr>Albert Sans</vt:lpstr>
      <vt:lpstr>Alexandria Medium</vt:lpstr>
      <vt:lpstr>Inter</vt:lpstr>
      <vt:lpstr>Proxima Nova</vt:lpstr>
      <vt:lpstr>Proxima Nova Semibold</vt:lpstr>
      <vt:lpstr>Anaheim</vt:lpstr>
      <vt:lpstr>Arial</vt:lpstr>
      <vt:lpstr>Calibri</vt:lpstr>
      <vt:lpstr>Montserrat</vt:lpstr>
      <vt:lpstr>Poppins</vt:lpstr>
      <vt:lpstr>Roboto Condensed</vt:lpstr>
      <vt:lpstr>Roboto Condensed Light</vt:lpstr>
      <vt:lpstr>Тема2</vt:lpstr>
      <vt:lpstr>Slidesgo Final Pages</vt:lpstr>
      <vt:lpstr>Тема1</vt:lpstr>
      <vt:lpstr>1_Slidesgo Final Pages</vt:lpstr>
      <vt:lpstr>Юзабилити-тестирование мобильного приложения для заметок</vt:lpstr>
      <vt:lpstr>Введение</vt:lpstr>
      <vt:lpstr>Методы и подходы</vt:lpstr>
      <vt:lpstr>Результаты</vt:lpstr>
      <vt:lpstr>Рекомендации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 Омельченко</dc:creator>
  <cp:lastModifiedBy>Виктория Омельченко</cp:lastModifiedBy>
  <cp:revision>1</cp:revision>
  <dcterms:created xsi:type="dcterms:W3CDTF">2025-09-22T11:34:47Z</dcterms:created>
  <dcterms:modified xsi:type="dcterms:W3CDTF">2025-09-22T12:17:02Z</dcterms:modified>
</cp:coreProperties>
</file>